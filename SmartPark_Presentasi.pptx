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0F254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2B4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Segoe UI"/>
              </a:defRPr>
            </a:pPr>
            <a:r>
              <a:t>SMARTPARK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Segoe UI"/>
              </a:defRPr>
            </a:pPr>
            <a:r>
              <a:t>Sistem Manajemen Parkir</a:t>
            </a:r>
            <a:br/>
            <a:r>
              <a:t>Cerdas &amp; Modern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00400"/>
            <a:ext cx="2286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C4F0"/>
                </a:solidFill>
                <a:latin typeface="Segoe UI"/>
              </a:defRPr>
            </a:pPr>
            <a:r>
              <a:t>Solusi digital untuk mengelola parkir dengan mudah, cepat,</a:t>
            </a:r>
            <a:br/>
            <a:r>
              <a:t>dan dilengkapi asisten AI yang siap membantu kapan saja.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090B0"/>
                </a:solidFill>
                <a:latin typeface="Segoe UI"/>
              </a:defRPr>
            </a:pPr>
            <a:r>
              <a:t>HumamasyariDev  -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01  |  Mengapa SmartPark?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303520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Masalah Parkir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Pencatatan manual rawan kesalahan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Struk hilang, data kendaraan tidak akurat, sulit dilacak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Perhitungan biaya tidak konsisten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Petugas hitung manual, tarif bisa berbeda-beda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Sulit memantau pendapatan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Owner harus rekap manual dari buku catatan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Antrian lama saat jam sibuk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Proses masuk-keluar lambat tanpa sistem otomatis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Tidak ada data historis yang rapi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Analisa bisnis sulit dilakukan tanpa rekap digital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3035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070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Solusi SmartPark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Semua tercatat otomatis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Setiap kendaraan masuk langsung tercatat di sistem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Tarif dihitung otomatis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Sistem hitung biaya berdasarkan durasi, tanpa salah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Rekap pendapatan real-time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Owner bisa pantau grafik dan tabel kapan saja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Proses cepat dengan barcode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Scan barcode untuk keluar, tidak perlu cari manual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AI Chatbot siap bantu</a:t>
            </a:r>
          </a:p>
          <a:p>
            <a:pPr>
              <a:spcAft>
                <a:spcPts val="400"/>
              </a:spcAft>
              <a:defRPr sz="1200" b="0">
                <a:solidFill>
                  <a:srgbClr val="666666"/>
                </a:solidFill>
                <a:latin typeface="Segoe UI"/>
              </a:defRPr>
            </a:pPr>
            <a:r>
              <a:t>Tanya biaya parkir, status kendaraan, cukup chat saja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23560" y="3200400"/>
            <a:ext cx="548640" cy="457200"/>
          </a:xfrm>
          <a:prstGeom prst="rightArrow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02  |  Apa itu SmartPark?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SmartPark adalah aplikasi web pengelolaan parkir yang dirancang untuk mempermudah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pekerjaan petugas parkir, administrator, dan pemilik usaha parkir.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Dengan SmartPark, semua proses parkir dari kendaraan masuk hingga keluar tercatat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secara otomatis, dilengkapi dengan sistem barcode dan asisten AI yang pintar.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337560"/>
            <a:ext cx="63500" cy="1097280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3383280"/>
            <a:ext cx="640080" cy="640080"/>
          </a:xfrm>
          <a:prstGeom prst="ellipse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Pencatatan Otomatis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Setiap kendaraan masuk langsung</a:t>
            </a:r>
            <a:br/>
            <a:r>
              <a:t>tercatat lengkap dengan waktu</a:t>
            </a:r>
            <a:br/>
            <a:r>
              <a:t>dan kode parkir unik.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20040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3337560"/>
            <a:ext cx="6350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80560" y="338328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Sistem Barcode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Kode parkir PKR-XXXXXX dicetak</a:t>
            </a:r>
            <a:br/>
            <a:r>
              <a:t>sebagai barcode. Scan saat</a:t>
            </a:r>
            <a:br/>
            <a:r>
              <a:t>keluar, cepat dan akurat.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20040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3337560"/>
            <a:ext cx="63500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83880" y="338328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Hitung Tarif Otomatis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65760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Biaya parkir dihitung otomatis</a:t>
            </a:r>
            <a:br/>
            <a:r>
              <a:t>berdasarkan durasi per jam.</a:t>
            </a:r>
            <a:br/>
            <a:r>
              <a:t>Tidak ada lagi salah hitung.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5488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63500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493776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Rekap &amp; Laporan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212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Grafik pendapatan, tabel transaksi,</a:t>
            </a:r>
            <a:br/>
            <a:r>
              <a:t>dan ringkasan per jenis kendaraan.</a:t>
            </a:r>
            <a:br/>
            <a:r>
              <a:t>Bisa export ke CSV.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75488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4892040"/>
            <a:ext cx="63500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80560" y="493776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AI Chatbot Pintar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212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Tanya biaya parkir, cek status</a:t>
            </a:r>
            <a:br/>
            <a:r>
              <a:t>kendaraan, atau foto struk.</a:t>
            </a:r>
            <a:br/>
            <a:r>
              <a:t>AI langsung jawab!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80" y="475488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4892040"/>
            <a:ext cx="63500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183880" y="493776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Multi Pengguna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52120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3 level akses: Admin kelola semua,</a:t>
            </a:r>
            <a:br/>
            <a:r>
              <a:t>Petugas operasional harian,</a:t>
            </a:r>
            <a:br/>
            <a:r>
              <a:t>Owner pantau pendapatan.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03  |  Kenapa Pilih SmartPark?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2004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Aspek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0" y="1188720"/>
            <a:ext cx="3200400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Parkir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188720"/>
            <a:ext cx="32004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SmartPark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Pencatatan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69164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Tulis tangan di buku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69164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Otomatis tercatat di sistem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Perhitungan Biaya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24028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Hitung manual, rawan salah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224028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Otomatis per jam, selalu akurat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Proses Keluar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78892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Cari data manual, lama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78892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Scan barcode, hitungan detik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3756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Laporan Pendapatan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33756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Rekap manual akhir bulan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33756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Grafik &amp; tabel real-time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8620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Cek Status Kendaraan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88620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Buka buku catatan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88620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Tanya AI Chatbot langsung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3484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Keamanan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443484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Buku bisa hilang/rusak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434840"/>
            <a:ext cx="32004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Tersimpan aman di database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98348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5F"/>
                </a:solidFill>
                <a:latin typeface="Segoe UI"/>
              </a:defRPr>
            </a:pPr>
            <a:r>
              <a:t>Multi Lokasi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498348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Sulit dikelola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498348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Satu sistem untuk semua area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77840"/>
            <a:ext cx="3200400" cy="25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5577840"/>
            <a:ext cx="3200400" cy="25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0" y="5577840"/>
            <a:ext cx="3200400" cy="25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6CB3"/>
                </a:solidFill>
                <a:latin typeface="Segoe UI"/>
              </a:defRPr>
            </a:pPr>
            <a:r>
              <a:t>SmartPark mengubah proses parkir manual yang lambat menjadi cepat, akurat, dan modern.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04  |  Siapa yang Menggunakan?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4747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3474720" cy="822960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298448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2B6CB3"/>
                </a:solidFill>
                <a:latin typeface="Segoe U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389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Mengelola seluruh sistem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Mengatur pengguna (tambah/ubah/hapus)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Mengatur tarif parkir per jenis kendaraan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Mengatur area dan kapasitas parkir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Melihat semua transaksi &amp; rekap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Memantau log aktivitas pengguna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Menggunakan AI Chatbot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88720"/>
            <a:ext cx="34747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188720"/>
            <a:ext cx="347472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1298448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  <a:latin typeface="Segoe UI"/>
              </a:defRPr>
            </a:pPr>
            <a:r>
              <a:t>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389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Petugas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9456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Menjalankan operasional harian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Mencatat kendaraan masuk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Mencetak kartu parkir (barcode)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Memproses kendaraan keluar &amp; pembayaran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Mencetak struk pembayaran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Menggunakan AI Chatbot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47472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347472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1298448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389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Memantau kinerja bisnis parkir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Melihat dashboard ringkasan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Melihat grafik pendapatan harian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Melihat rekap transaksi per periode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Export data ke CSV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Segoe UI"/>
              </a:defRPr>
            </a:pPr>
            <a:r>
              <a:t>   Menggunakan AI Chatbot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05  |  Bagaimana SmartPark Bekerja?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6CB3"/>
                </a:solidFill>
                <a:latin typeface="Segoe UI"/>
              </a:defRPr>
            </a:pPr>
            <a:r>
              <a:t>Kendaraan Masuk</a:t>
            </a:r>
          </a:p>
        </p:txBody>
      </p:sp>
      <p:sp>
        <p:nvSpPr>
          <p:cNvPr id="6" name="Oval 5"/>
          <p:cNvSpPr/>
          <p:nvPr/>
        </p:nvSpPr>
        <p:spPr>
          <a:xfrm>
            <a:off x="2240280" y="1463040"/>
            <a:ext cx="1371600" cy="45720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B6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3A5F"/>
                </a:solidFill>
                <a:latin typeface="Segoe UI"/>
              </a:defRPr>
            </a:pPr>
            <a:r>
              <a:t>Kendaraan Datang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1920240"/>
            <a:ext cx="0" cy="292608"/>
          </a:xfrm>
          <a:prstGeom prst="line">
            <a:avLst/>
          </a:prstGeom>
          <a:ln w="15240">
            <a:solidFill>
              <a:srgbClr val="2B6C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920240" y="221742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B6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Petugas Input</a:t>
            </a:r>
            <a:br/>
            <a:r>
              <a:t>Plat Nomor &amp; Jenis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720340"/>
            <a:ext cx="0" cy="256032"/>
          </a:xfrm>
          <a:prstGeom prst="line">
            <a:avLst/>
          </a:prstGeom>
          <a:ln w="15240">
            <a:solidFill>
              <a:srgbClr val="2B6C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920240" y="299466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B6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Sistem Cek Area Parkir</a:t>
            </a:r>
            <a:br/>
            <a:r>
              <a:t>(Masih tersedia?)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3497580"/>
            <a:ext cx="0" cy="256032"/>
          </a:xfrm>
          <a:prstGeom prst="line">
            <a:avLst/>
          </a:prstGeom>
          <a:ln w="15240">
            <a:solidFill>
              <a:srgbClr val="2B6C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920240" y="377190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B6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Transaksi Tercatat Otomatis</a:t>
            </a:r>
            <a:br/>
            <a:r>
              <a:t>Waktu Masuk Disimpan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6080" y="4274820"/>
            <a:ext cx="0" cy="256032"/>
          </a:xfrm>
          <a:prstGeom prst="line">
            <a:avLst/>
          </a:prstGeom>
          <a:ln w="15240">
            <a:solidFill>
              <a:srgbClr val="2B6C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920240" y="454914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B6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Kartu Parkir Dicetak</a:t>
            </a:r>
            <a:br/>
            <a:r>
              <a:t>(Barcode PKR-XXXXXX)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5052060"/>
            <a:ext cx="0" cy="256032"/>
          </a:xfrm>
          <a:prstGeom prst="line">
            <a:avLst/>
          </a:prstGeom>
          <a:ln w="15240">
            <a:solidFill>
              <a:srgbClr val="2B6C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240280" y="5349240"/>
            <a:ext cx="1371600" cy="45720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B6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3A5F"/>
                </a:solidFill>
                <a:latin typeface="Segoe UI"/>
              </a:defRPr>
            </a:pPr>
            <a:r>
              <a:t>Kendaraan Masuk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1188720"/>
            <a:ext cx="25400" cy="502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Kendaraan Keluar</a:t>
            </a:r>
          </a:p>
        </p:txBody>
      </p:sp>
      <p:sp>
        <p:nvSpPr>
          <p:cNvPr id="19" name="Oval 18"/>
          <p:cNvSpPr/>
          <p:nvPr/>
        </p:nvSpPr>
        <p:spPr>
          <a:xfrm>
            <a:off x="8001000" y="1463040"/>
            <a:ext cx="1371600" cy="45720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3A5F"/>
                </a:solidFill>
                <a:latin typeface="Segoe UI"/>
              </a:defRPr>
            </a:pPr>
            <a:r>
              <a:t>Kendaraan Mau Keluar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0" y="1920240"/>
            <a:ext cx="0" cy="292608"/>
          </a:xfrm>
          <a:prstGeom prst="line">
            <a:avLst/>
          </a:prstGeom>
          <a:ln w="1524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680960" y="221742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Petugas Scan Barcode</a:t>
            </a:r>
            <a:br/>
            <a:r>
              <a:t>atau Input Kode Parkir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686800" y="2720340"/>
            <a:ext cx="0" cy="256032"/>
          </a:xfrm>
          <a:prstGeom prst="line">
            <a:avLst/>
          </a:prstGeom>
          <a:ln w="1524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80960" y="299466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Sistem Hitung Biaya</a:t>
            </a:r>
            <a:br/>
            <a:r>
              <a:t>Otomatis (Durasi x Tarif)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0" y="3497580"/>
            <a:ext cx="0" cy="256032"/>
          </a:xfrm>
          <a:prstGeom prst="line">
            <a:avLst/>
          </a:prstGeom>
          <a:ln w="1524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0960" y="377190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Pembayaran Diproses</a:t>
            </a:r>
            <a:br/>
            <a:r>
              <a:t>Transaksi Selesai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86800" y="4274820"/>
            <a:ext cx="0" cy="256032"/>
          </a:xfrm>
          <a:prstGeom prst="line">
            <a:avLst/>
          </a:prstGeom>
          <a:ln w="1524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680960" y="4549140"/>
            <a:ext cx="2011680" cy="502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333333"/>
                </a:solidFill>
                <a:latin typeface="Segoe UI"/>
              </a:defRPr>
            </a:pPr>
            <a:r>
              <a:t>Struk Pembayaran Dicetak</a:t>
            </a:r>
            <a:br/>
            <a:r>
              <a:t>(Detail Lengkap + Barcode)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86800" y="5052060"/>
            <a:ext cx="0" cy="256032"/>
          </a:xfrm>
          <a:prstGeom prst="line">
            <a:avLst/>
          </a:prstGeom>
          <a:ln w="1524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001000" y="5349240"/>
            <a:ext cx="1371600" cy="45720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3A5F"/>
                </a:solidFill>
                <a:latin typeface="Segoe UI"/>
              </a:defRPr>
            </a:pPr>
            <a:r>
              <a:t>Kendaraan Keluar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06  |  Fitur Unggulan: AI Chatbot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SmartPark dilengkapi AI Chatbot yang bisa menjawab pertanyaan seputar parkir secara instan.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Segoe UI"/>
              </a:defRPr>
            </a:pPr>
            <a:r>
              <a:t>Cukup ketik pertanyaan, foto struk parkir, atau arahkan kamera -- AI akan langsung membantu.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3474720" cy="502920"/>
          </a:xfrm>
          <a:prstGeom prst="rect">
            <a:avLst/>
          </a:prstGeom>
          <a:solidFill>
            <a:srgbClr val="2B6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163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Chat Teks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Ketik pertanyaan langsung: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"Berapa biaya parkir B 1234 AB?"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"Status kendaraan D 5678 EF?"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"Berapa total pendapatan hari ini?"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AI akan jawab berdasarkan data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parkir yang ada di sistem.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4320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743200"/>
            <a:ext cx="34747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8163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Foto / Upload Gambar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832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Upload foto struk parkir atau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kartu parkir: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AI akan baca teks dari gambar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lalu cari data kendaraan terkait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dan berikan info lengkap.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Cocok jika struk sulit dibaca.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74320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743200"/>
            <a:ext cx="34747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8163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Kamera Langsung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832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Arahkan kamera ke struk parkir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atau kartu parkir: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Ambil foto langsung dari browser,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AI akan proses dan berikan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informasi biaya &amp; status.</a:t>
            </a: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333333"/>
                </a:solidFill>
                <a:latin typeface="Segoe UI"/>
              </a:defRPr>
            </a:pPr>
            <a:r>
              <a:t>Praktis tanpa perlu upload file!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07  |  Tampilan Aplikasi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Ganti kotak abu-abu di bawah dengan screenshot asli dari aplikasi SmartPark.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Halaman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758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Halaman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3716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Dashboard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36758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Dashboard Admin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3716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Transaksi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36758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Transaksi Masuk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Transaksi Keluar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90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Transaksi Keluar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38862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Daftar Transaksi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6190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Daftar Transaksi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38862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Cetak Struk Parkir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6190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Cetak Struk Parkir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08  |  Tampilan Aplikasi (Lanjutan)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Ganti kotak abu-abu di bawah dengan screenshot asli dari aplikasi SmartPark.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Rekap &amp; Grafik Pendapatan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758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Rekap &amp; Grafik Pendapatan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3716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Kelola Pengguna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36758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Kelola Pengguna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3716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AI Chatbot (Chat Teks)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36758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AI Chatbot (Chat Teks)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AI Chatbot (Scan Kamera)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90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AI Chatbot (Scan Kamera)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38862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Kelola Area Parkir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6190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Kelola Area Parkir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3886200"/>
            <a:ext cx="3474720" cy="2286000"/>
          </a:xfrm>
          <a:prstGeom prst="rect">
            <a:avLst/>
          </a:prstGeom>
          <a:solidFill>
            <a:srgbClr val="F0F0F0"/>
          </a:solidFill>
          <a:ln w="19050">
            <a:solidFill>
              <a:srgbClr val="BBBBB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0"/>
              </a:spcBef>
              <a:defRPr sz="1400" b="1">
                <a:solidFill>
                  <a:srgbClr val="999999"/>
                </a:solidFill>
                <a:latin typeface="Segoe UI"/>
              </a:defRPr>
            </a:pPr>
            <a:r>
              <a:t>[ Screenshot ]</a:t>
            </a:r>
          </a:p>
          <a:p>
            <a:pPr algn="ctr">
              <a:defRPr sz="1100">
                <a:solidFill>
                  <a:srgbClr val="AAAAAA"/>
                </a:solidFill>
                <a:latin typeface="Segoe UI"/>
              </a:defRPr>
            </a:pPr>
            <a:r>
              <a:t>Log Aktivitas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619048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3A5F"/>
                </a:solidFill>
                <a:latin typeface="Segoe UI"/>
              </a:defRPr>
            </a:pPr>
            <a:r>
              <a:t>Log Aktivitas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E3A5F"/>
              </a:gs>
              <a:gs pos="100000">
                <a:srgbClr val="0F254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3200400"/>
            <a:ext cx="5486400" cy="5486400"/>
          </a:xfrm>
          <a:prstGeom prst="ellipse">
            <a:avLst/>
          </a:prstGeom>
          <a:solidFill>
            <a:srgbClr val="2B4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Terima Kasih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743200"/>
            <a:ext cx="210312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C4F0"/>
                </a:solidFill>
                <a:latin typeface="Segoe UI"/>
              </a:defRPr>
            </a:pPr>
            <a:r>
              <a:t>SmartPark  -  Sistem Manajemen Parkir Cerdas &amp; Modern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0A0C0"/>
                </a:solidFill>
                <a:latin typeface="Segoe UI"/>
              </a:defRPr>
            </a:pPr>
            <a:r>
              <a:t>Kelola parkir lebih mudah, cepat, dan akurat</a:t>
            </a:r>
            <a:br/>
            <a:r>
              <a:t>dengan teknologi digital dan kecerdasan buatan.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090B0"/>
                </a:solidFill>
                <a:latin typeface="Segoe UI"/>
              </a:defRPr>
            </a:pPr>
            <a:r>
              <a:t>github.com/HumamasyariDev/humanityalok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080A0"/>
                </a:solidFill>
                <a:latin typeface="Segoe UI"/>
              </a:defRPr>
            </a:pPr>
            <a:r>
              <a:t>HumamasyariDev  -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